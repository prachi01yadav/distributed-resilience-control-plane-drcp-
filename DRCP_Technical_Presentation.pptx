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</a:rPr>
              <a:t>Distributed Resilience Control Plane (DRCP)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8BFA"/>
                </a:solidFill>
              </a:rPr>
              <a:t>Technical Deep Dive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By: Prachi Yadav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Preventing cascading failures in microservices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In microservice systems, one failing service can bring down everything.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Manual monitoring can't react fast enough.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No automated way to enforce SLAs in real 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Incident history is easy to tamper with.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What DRCP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Monitors all services in real 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Automatically detects SLA breaches (high latency, high error rate).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Trips circuit breakers to stop bad traffic.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Records every incident on blockchain (can't be changed).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Dashboard UI → API Gateway → PostgreSQL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API Gateway → Kafka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Kafka → Worker → Redis (sliding window)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Worker → OPA (policy check)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OPA breach → Envoy xDS (trip circuit breaker)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OPA breach → Blockchain Anchor → Ethereum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OPA breach → DB (save incident)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Language: Go 1.25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API: Gin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Database: PostgreSQL (GORM) + SQLite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Messaging: Apache Kafka (Sarama)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Cache: Redis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Policy Engine: Open Policy Agent (OPA)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Service Mesh: Envoy Proxy (xDS API)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Blockchain: Ethereum (go-ethereum)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Frontend: Vanilla HTML/CSS/JS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Deployment: Docker + Render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Microservice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1. API Server (cmd/api): REST endpoints, serves dashboard, manages registry.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2. Telemetry Worker (cmd/worker): Kafka consumer, budget calculator, policy evaluator.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3. xDS Server (cmd/xds): Envoy gRPC control plane, pushes circuit breaker configs.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4. Blockchain Anchor (cmd/anchor): Signs &amp; submits Ethereum transactions for audit.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Data Flow - Telemetry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1. Service sends telemetry POST /api/v1/telemetry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2. API produces message to Kafka topic telemetry-events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3. Worker consumes from Kafka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4. Worker updates Redis sliding window (60s window)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5. Worker calculates error rate from Redis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6. Worker sends data to OPA for policy check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7. If breach → create incident + trip circuit breaker + anchor on blockchain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Key Technical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Sliding Window (Redis): Uses Redis sorted sets with timestamps. Tracks total requests and errors over last 60 seconds.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OPA Policy Engine: Dual mode - built-in rules OR external OPA server.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Envoy xDS: Uses go-control-plane library. Pushes snapshots via gRPC. Trips breaker by setting max connections to 1.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Blockchain Anchor: EIP-1559 transactions. Incident hash stored in transaction data field.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Design Patterns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Event-Driven Architecture: Kafka decouples ingestion from processing.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Circuit Breaker Pattern: Envoy auto-trips on SLA breach.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Graceful Degradation: Works without Kafka/Redis in reduced mode.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Sliding Window: Redis sorted sets for real-time error rates.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Policy-as-Code: OPA Rego for flexible SLA rules.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Immutable Audit Trail: Ethereum blockchain.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Dependency Injection: Handlers receive DB, Kafka, Redis as params.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Project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cmd/         → 4 entry points (api, worker, xds, anchor)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internal/    → Core logic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pkg/         → Shared libs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web/         → Frontend SPA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contracts/   → Solidity smart contract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deployments/ → Helm + Terraform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Challenges &amp; Solutions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Distributed system coordination → Kafka for async messaging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Real-time processing → Redis sliding windows for sub-second calc.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Blockchain reliability → Graceful error handling, retry logic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Envoy xDS complexity → Used go-control-plane library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Zero-config local dev → SQLite fallback when Postgres unavailable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System works if parts fail → Graceful degradation pattern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Key Learnings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How to build event-driven distributed 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Working with Envoy's xDS gRPC protocol.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Blockchain integration for real-world audit trails.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Policy-as-code with OPA for flexible rule evaluation.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Importance of graceful degradation in distributed 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Sliding window algorithms for real-time metrics.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Live Demo &amp;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Live at: https://drcp-dashboard.onrender.com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GET /health - Health check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GET/POST /api/v1/services - List/Register services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POST /api/v1/services/:id/contracts - Create SLA contract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GET /api/v1/contracts - List contracts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GET /api/v1/incidents - List incidents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• POST /api/v1/telemetry - Ingest telemetry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C3F7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Questions?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Live Demo: https://drcp-dashboard.onrender.com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Built by Prachi Yadav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2026-06-18T20:17:25Z</dcterms:created>
  <dcterms:modified xsi:type="dcterms:W3CDTF">2026-06-18T20:17:25Z</dcterms:modified>
</cp:coreProperties>
</file>
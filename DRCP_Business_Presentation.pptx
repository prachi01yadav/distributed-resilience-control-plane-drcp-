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C7"/>
                </a:solidFill>
              </a:rPr>
              <a:t>Distributed Resilience Control Plane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Building Reliable Microservices at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By: Prachi Yadav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The Problem: Cascading Failures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Modern companies run hundreds of interconnected microservices.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When ONE service fails, it can crash EVERYTHING (cascading failure).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Manual monitoring is slow — by the time engineers notice, the damage is done.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SLA violations lead to financial penalties and lost trust.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The Cost of Downtime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$5,600: Average cost of downtime per minute (Gartner).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98%: Of organizations say 1 hour of downtime costs over $100,000.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10-30%: Of contract value can be lost in SLA penalties.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Lost Trust: Customer trust drops significantly after major outages.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Our Solution: DRCP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DRCP is an automated safety system for your microservices.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It watches all services 24/7 in real 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Detects problems BEFORE they spread.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Automatically blocks bad traffic (like a circuit breaker in your house).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Records every incident permanently on the blockchain for auditing.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1. MONITOR: Watches all services in real time, gathering telemetry.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2. DETECT: Spots SLA violations instantly (high errors, slow responses).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3. PROTECT: Automatically blocks bad traffic to stop the problem from spreading.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4. RECORD: Saves every incident on blockchain (tamper-proof record).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Before vs After DRCP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WITHOUT DRCP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Manual monitoring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Slow detection (minutes to hours)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Failures cascade to other services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Incident logs can be edited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Engineers scramble during outages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• SLA violations go unnoticed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WITH DRCP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Automated 24/7 monitoring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Instant detection (seconds)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Failures are contained automatically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Permanent blockchain audit trail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System self-heals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• SLA compliance enforced in real time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Analytics: Incident Response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Mean Time To Detect (MTTD) and Mean Time To Resolve (MTTR) are slashed by automation.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Without DRCP: ~45 Minutes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With DRCP: &lt; 1 Second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*DRCP's Envoy Proxy circuit breakers react in sub-milliseconds to shed load dynamically.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Analytics: Outage Prevention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Impact of automated circuit breaking on platform stability: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99.99% System Uptime (Up from 99.5%)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0 Cascading Failures (Down from 12/year)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Maintained 100% adherence to critical SLA contracts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Analytics: Business Value Realized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$1.2M+ Annual Savings in avoided downtime costs.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100% Tamper-proof audit logs for compliance.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300 hrs Engineering time saved on incident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Product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Service Registry: Central hub to track all microservices.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SLA Contracts: Define rules for each service (latency, error rate).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Live Dashboard: Real-time view of services, contracts, and incidents.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Auto Circuit Breaking: Automatically stops bad traffic immediately.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Blockchain Audit: Permanent, tamper-proof incident records on Ethereum.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117"/>
                </a:solidFill>
              </a:rPr>
              <a:t>Your Services → DRCP Monitoring → Problem Detected?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F1117"/>
                </a:solidFill>
              </a:rPr>
              <a:t>If YES → Block Bad Traffic + Record Incident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Technology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Built with Go (fast, reliable, used by Google, Docker, Kubernetes).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Uses industry-standard event streaming tools: Kafka &amp; Redis.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Blockchain (Ethereum) for an immutable, tamper-proof audit trail.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Envoy Proxy for intelligent, dynamic traffic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Clean, responsive web dashboard - zero installation needed.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Docker-based containerized deployment - easy to run anywhere.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Enterprise 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E-Commerce: Protect critical checkout services from failing during major sales spikes.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Banking/Finance: Enforce strict sub-millisecond SLAs for payment gateways.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Healthcare: Ensure life-critical patient data services stay highly available.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117"/>
                </a:solidFill>
              </a:rPr>
              <a:t>• SaaS Platforms: Guarantee 99.99% uptime commitments to your enterprise customers.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1. Resilience is now Automated. No more manual scaling or panic debugging during an outage.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2. Financial Protection. Avoid massive downtime costs and SLA breach penalties.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3. Unbreakable Trust. Blockchain records prove your uptime and transparency to your clients.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4. Ready Today. DRCP plugs directly into modern microservice stacks.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Live Dashboard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Demo: https://drcp-dashboard.onrender.com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Key Features to Explore: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Live service health monitoring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Dynamic SLA contract management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Incident tracking &amp; blockchain verifications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117"/>
                </a:solidFill>
              </a:rPr>
              <a:t>• Real-time telemetry ingestion streams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4C7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Questions?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Demo: https://drcp-dashboard.onrender.com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Built by Prachi Yadav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2026-06-18T20:17:25Z</dcterms:created>
  <dcterms:modified xsi:type="dcterms:W3CDTF">2026-06-18T20:17:25Z</dcterms:modified>
</cp:coreProperties>
</file>